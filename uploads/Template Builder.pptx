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578d73c8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578d73c8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578d73c8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578d73c8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f578d73c8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f578d73c8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f578d73c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f578d73c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f578d73c8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f578d73c8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578d762b2_5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578d762b2_5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578d73c8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f578d73c8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578d762b2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f578d762b2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fractalenterprises1-my.sharepoint.com/:v:/g/personal/pratibha_pradhan_braneenterprises_com/EXuRu_SnlylJvJ61jw9z_SIBVTypO2Od8MsySNc5gBjucA?e=cQJZuy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200" y="2110050"/>
            <a:ext cx="3693599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460850" y="2684100"/>
            <a:ext cx="275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Brane Template Builder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636675" y="324575"/>
            <a:ext cx="214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Overview: 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946525" y="1010525"/>
            <a:ext cx="7143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Brane Template Builder is an open source content management system(CMS) written in PHP and based on the Symfony web application framework.​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can simplifies the process of creating responsive websites and HTML  templates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Brane Template Builder is a powerful visual web design tool.​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Brane Builder  provides a user-friendly interface for web designers.​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Markdown </a:t>
            </a:r>
            <a:r>
              <a:rPr lang="en"/>
              <a:t>methodology</a:t>
            </a:r>
            <a:r>
              <a:rPr lang="en"/>
              <a:t> is followed in content creation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636675" y="324575"/>
            <a:ext cx="214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Objective:</a:t>
            </a:r>
            <a:r>
              <a:rPr b="1" lang="en" sz="1800">
                <a:solidFill>
                  <a:schemeClr val="dk1"/>
                </a:solidFill>
              </a:rPr>
              <a:t> 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930075" y="124105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Websites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Invoice templates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Mail templates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Report Templates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Content management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Responsive Methods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636675" y="324575"/>
            <a:ext cx="80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Feature List:</a:t>
            </a:r>
            <a:r>
              <a:rPr b="1"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1273350" y="1132625"/>
            <a:ext cx="3000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Template Creation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Multimedia control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Form controls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Input Group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Paragraph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Button Group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Button Toolbar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Table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4273350" y="647700"/>
            <a:ext cx="30000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Header.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Footer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Nav Bar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Progress Bar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Embed Videos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Chat bot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Social Icon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Gallery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636675" y="324575"/>
            <a:ext cx="80325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Technology and its version: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</a:t>
            </a:r>
            <a:r>
              <a:rPr b="1" lang="en" sz="1600">
                <a:solidFill>
                  <a:schemeClr val="dk1"/>
                </a:solidFill>
              </a:rPr>
              <a:t>Open source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framework: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Grave CMS v1.7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</a:t>
            </a:r>
            <a:r>
              <a:rPr b="1" lang="en" sz="1600">
                <a:solidFill>
                  <a:schemeClr val="dk1"/>
                </a:solidFill>
              </a:rPr>
              <a:t>Back-end: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PHP v7.3.6 to 8.0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PHP Symfony v1.23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PHP Symfony Twig V1.44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Guzzlehttp v1.7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Doctrine/cache v1.10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3820175" y="1473150"/>
            <a:ext cx="30000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Front-end: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HTML v5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Jquery/Ajax v3.7.1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CSS v4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Boostrap v5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Web.js v1.23.0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/>
        </p:nvSpPr>
        <p:spPr>
          <a:xfrm>
            <a:off x="636675" y="324575"/>
            <a:ext cx="34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7575" y="2464066"/>
            <a:ext cx="5588151" cy="2378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550" y="249675"/>
            <a:ext cx="5588151" cy="253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636675" y="324575"/>
            <a:ext cx="77787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Demo Link: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project_demo_complete 1.mp4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6329475" y="4107275"/>
            <a:ext cx="214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Thank You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