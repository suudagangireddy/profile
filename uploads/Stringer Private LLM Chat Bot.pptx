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Work Sans Light"/>
      <p:regular r:id="rId17"/>
      <p:bold r:id="rId18"/>
      <p:italic r:id="rId19"/>
      <p:boldItalic r:id="rId20"/>
    </p:embeddedFont>
    <p:embeddedFont>
      <p:font typeface="Work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Light-boldItalic.fntdata"/><Relationship Id="rId11" Type="http://schemas.openxmlformats.org/officeDocument/2006/relationships/slide" Target="slides/slide7.xml"/><Relationship Id="rId22" Type="http://schemas.openxmlformats.org/officeDocument/2006/relationships/font" Target="fonts/WorkSans-bold.fntdata"/><Relationship Id="rId10" Type="http://schemas.openxmlformats.org/officeDocument/2006/relationships/slide" Target="slides/slide6.xml"/><Relationship Id="rId21" Type="http://schemas.openxmlformats.org/officeDocument/2006/relationships/font" Target="fonts/WorkSans-regular.fntdata"/><Relationship Id="rId13" Type="http://schemas.openxmlformats.org/officeDocument/2006/relationships/slide" Target="slides/slide9.xml"/><Relationship Id="rId24" Type="http://schemas.openxmlformats.org/officeDocument/2006/relationships/font" Target="fonts/WorkSans-boldItalic.fntdata"/><Relationship Id="rId12" Type="http://schemas.openxmlformats.org/officeDocument/2006/relationships/slide" Target="slides/slide8.xml"/><Relationship Id="rId23" Type="http://schemas.openxmlformats.org/officeDocument/2006/relationships/font" Target="fonts/Work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WorkSansLight-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WorkSansLight-italic.fntdata"/><Relationship Id="rId6" Type="http://schemas.openxmlformats.org/officeDocument/2006/relationships/slide" Target="slides/slide2.xml"/><Relationship Id="rId18" Type="http://schemas.openxmlformats.org/officeDocument/2006/relationships/font" Target="fonts/WorkSansLight-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74baa9692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 name="Google Shape;97;g274baa9692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274baa9692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74baa9692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74baa9692e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274baa9692e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4baa9692e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274baa9692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edf554cbd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edf554cbd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2edf554cbd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74baa9692e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74baa9692e_0_2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274baa9692e_0_2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edf554cbd4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edf554cbd4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2edf554cbd4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edf554cbd4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edf554cbd4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2edf554cbd4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df554cbd4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df554cbd4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2edf554cbd4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df554cbd4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df554cbd4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2edf554cbd4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edf554cbd4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edf554cbd4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2edf554cbd4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74baa9692e_0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74baa9692e_0_2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274baa9692e_0_2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00" u="none" cap="none" strike="noStrike">
                <a:solidFill>
                  <a:schemeClr val="dk1"/>
                </a:solidFill>
                <a:latin typeface="Arial"/>
                <a:ea typeface="Arial"/>
                <a:cs typeface="Arial"/>
                <a:sym typeface="Arial"/>
              </a:defRPr>
            </a:lvl1pPr>
            <a:lvl2pPr indent="0" lvl="1" marL="0" algn="r">
              <a:spcBef>
                <a:spcPts val="0"/>
              </a:spcBef>
              <a:buNone/>
              <a:defRPr b="0" i="0" sz="1000" u="none" cap="none" strike="noStrike">
                <a:solidFill>
                  <a:schemeClr val="dk1"/>
                </a:solidFill>
                <a:latin typeface="Arial"/>
                <a:ea typeface="Arial"/>
                <a:cs typeface="Arial"/>
                <a:sym typeface="Arial"/>
              </a:defRPr>
            </a:lvl2pPr>
            <a:lvl3pPr indent="0" lvl="2" marL="0" algn="r">
              <a:spcBef>
                <a:spcPts val="0"/>
              </a:spcBef>
              <a:buNone/>
              <a:defRPr b="0" i="0" sz="1000" u="none" cap="none" strike="noStrike">
                <a:solidFill>
                  <a:schemeClr val="dk1"/>
                </a:solidFill>
                <a:latin typeface="Arial"/>
                <a:ea typeface="Arial"/>
                <a:cs typeface="Arial"/>
                <a:sym typeface="Arial"/>
              </a:defRPr>
            </a:lvl3pPr>
            <a:lvl4pPr indent="0" lvl="3" marL="0" algn="r">
              <a:spcBef>
                <a:spcPts val="0"/>
              </a:spcBef>
              <a:buNone/>
              <a:defRPr b="0" i="0" sz="1000" u="none" cap="none" strike="noStrike">
                <a:solidFill>
                  <a:schemeClr val="dk1"/>
                </a:solidFill>
                <a:latin typeface="Arial"/>
                <a:ea typeface="Arial"/>
                <a:cs typeface="Arial"/>
                <a:sym typeface="Arial"/>
              </a:defRPr>
            </a:lvl4pPr>
            <a:lvl5pPr indent="0" lvl="4" marL="0" algn="r">
              <a:spcBef>
                <a:spcPts val="0"/>
              </a:spcBef>
              <a:buNone/>
              <a:defRPr b="0" i="0" sz="1000" u="none" cap="none" strike="noStrike">
                <a:solidFill>
                  <a:schemeClr val="dk1"/>
                </a:solidFill>
                <a:latin typeface="Arial"/>
                <a:ea typeface="Arial"/>
                <a:cs typeface="Arial"/>
                <a:sym typeface="Arial"/>
              </a:defRPr>
            </a:lvl5pPr>
            <a:lvl6pPr indent="0" lvl="5" marL="0" algn="r">
              <a:spcBef>
                <a:spcPts val="0"/>
              </a:spcBef>
              <a:buNone/>
              <a:defRPr b="0" i="0" sz="1000" u="none" cap="none" strike="noStrike">
                <a:solidFill>
                  <a:schemeClr val="dk1"/>
                </a:solidFill>
                <a:latin typeface="Arial"/>
                <a:ea typeface="Arial"/>
                <a:cs typeface="Arial"/>
                <a:sym typeface="Arial"/>
              </a:defRPr>
            </a:lvl6pPr>
            <a:lvl7pPr indent="0" lvl="6" marL="0" algn="r">
              <a:spcBef>
                <a:spcPts val="0"/>
              </a:spcBef>
              <a:buNone/>
              <a:defRPr b="0" i="0" sz="1000" u="none" cap="none" strike="noStrike">
                <a:solidFill>
                  <a:schemeClr val="dk1"/>
                </a:solidFill>
                <a:latin typeface="Arial"/>
                <a:ea typeface="Arial"/>
                <a:cs typeface="Arial"/>
                <a:sym typeface="Arial"/>
              </a:defRPr>
            </a:lvl7pPr>
            <a:lvl8pPr indent="0" lvl="7" marL="0" algn="r">
              <a:spcBef>
                <a:spcPts val="0"/>
              </a:spcBef>
              <a:buNone/>
              <a:defRPr b="0" i="0" sz="1000" u="none" cap="none" strike="noStrike">
                <a:solidFill>
                  <a:schemeClr val="dk1"/>
                </a:solidFill>
                <a:latin typeface="Arial"/>
                <a:ea typeface="Arial"/>
                <a:cs typeface="Arial"/>
                <a:sym typeface="Arial"/>
              </a:defRPr>
            </a:lvl8pPr>
            <a:lvl9pPr indent="0" lvl="8" marL="0" algn="r">
              <a:spcBef>
                <a:spcPts val="0"/>
              </a:spcBef>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54519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sWywzv7AGoC_rf08eY5UX3Kms8Vjj57SosAiTPAAzEQ/edit?usp=sharing" TargetMode="External"/><Relationship Id="rId4" Type="http://schemas.openxmlformats.org/officeDocument/2006/relationships/image" Target="../media/image7.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cxnSp>
        <p:nvCxnSpPr>
          <p:cNvPr id="88" name="Google Shape;88;p13"/>
          <p:cNvCxnSpPr/>
          <p:nvPr/>
        </p:nvCxnSpPr>
        <p:spPr>
          <a:xfrm>
            <a:off x="515938" y="6534520"/>
            <a:ext cx="11168241" cy="0"/>
          </a:xfrm>
          <a:prstGeom prst="straightConnector1">
            <a:avLst/>
          </a:prstGeom>
          <a:noFill/>
          <a:ln cap="flat" cmpd="sng" w="9525">
            <a:solidFill>
              <a:srgbClr val="AEABAB"/>
            </a:solidFill>
            <a:prstDash val="solid"/>
            <a:miter lim="800000"/>
            <a:headEnd len="sm" w="sm" type="none"/>
            <a:tailEnd len="sm" w="sm" type="none"/>
          </a:ln>
        </p:spPr>
      </p:cxnSp>
      <p:sp>
        <p:nvSpPr>
          <p:cNvPr id="89" name="Google Shape;89;p13"/>
          <p:cNvSpPr txBox="1"/>
          <p:nvPr/>
        </p:nvSpPr>
        <p:spPr>
          <a:xfrm>
            <a:off x="1159085" y="872747"/>
            <a:ext cx="4658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a:p>
        </p:txBody>
      </p:sp>
      <p:sp>
        <p:nvSpPr>
          <p:cNvPr id="90" name="Google Shape;90;p13"/>
          <p:cNvSpPr txBox="1"/>
          <p:nvPr/>
        </p:nvSpPr>
        <p:spPr>
          <a:xfrm>
            <a:off x="1314960" y="411047"/>
            <a:ext cx="46584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My work</a:t>
            </a:r>
            <a:endParaRPr sz="2400">
              <a:solidFill>
                <a:srgbClr val="323232"/>
              </a:solidFill>
              <a:latin typeface="Work Sans Light"/>
              <a:ea typeface="Work Sans Light"/>
              <a:cs typeface="Work Sans Light"/>
              <a:sym typeface="Work Sans Light"/>
            </a:endParaRPr>
          </a:p>
          <a:p>
            <a:pPr indent="0" lvl="0" marL="0" rtl="0" algn="l">
              <a:spcBef>
                <a:spcPts val="0"/>
              </a:spcBef>
              <a:spcAft>
                <a:spcPts val="0"/>
              </a:spcAft>
              <a:buClr>
                <a:schemeClr val="dk1"/>
              </a:buClr>
              <a:buFont typeface="Arial"/>
              <a:buNone/>
            </a:pPr>
            <a:r>
              <a:rPr lang="en-US" sz="2400">
                <a:solidFill>
                  <a:srgbClr val="323232"/>
                </a:solidFill>
                <a:latin typeface="Work Sans Light"/>
                <a:ea typeface="Work Sans Light"/>
                <a:cs typeface="Work Sans Light"/>
                <a:sym typeface="Work Sans Light"/>
              </a:rPr>
              <a:t>for </a:t>
            </a:r>
            <a:r>
              <a:rPr b="1" lang="en-US" sz="2400">
                <a:solidFill>
                  <a:srgbClr val="323232"/>
                </a:solidFill>
                <a:latin typeface="Work Sans"/>
                <a:ea typeface="Work Sans"/>
                <a:cs typeface="Work Sans"/>
                <a:sym typeface="Work Sans"/>
              </a:rPr>
              <a:t>BRANE</a:t>
            </a:r>
            <a:endParaRPr b="1">
              <a:solidFill>
                <a:schemeClr val="dk1"/>
              </a:solidFill>
            </a:endParaRPr>
          </a:p>
          <a:p>
            <a:pPr indent="0" lvl="0" marL="0" marR="0" rtl="0" algn="l">
              <a:spcBef>
                <a:spcPts val="0"/>
              </a:spcBef>
              <a:spcAft>
                <a:spcPts val="0"/>
              </a:spcAft>
              <a:buNone/>
            </a:pPr>
            <a:r>
              <a:t/>
            </a:r>
            <a:endParaRPr sz="2400">
              <a:solidFill>
                <a:srgbClr val="323232"/>
              </a:solidFill>
              <a:latin typeface="Work Sans Light"/>
              <a:ea typeface="Work Sans Light"/>
              <a:cs typeface="Work Sans Light"/>
              <a:sym typeface="Work Sans Light"/>
            </a:endParaRPr>
          </a:p>
        </p:txBody>
      </p:sp>
      <p:sp>
        <p:nvSpPr>
          <p:cNvPr id="91" name="Google Shape;91;p13"/>
          <p:cNvSpPr txBox="1"/>
          <p:nvPr/>
        </p:nvSpPr>
        <p:spPr>
          <a:xfrm>
            <a:off x="9150675" y="5959125"/>
            <a:ext cx="253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Back to Primary Portfolio</a:t>
            </a:r>
            <a:endParaRPr sz="1800">
              <a:solidFill>
                <a:schemeClr val="dk1"/>
              </a:solidFill>
              <a:latin typeface="Calibri"/>
              <a:ea typeface="Calibri"/>
              <a:cs typeface="Calibri"/>
              <a:sym typeface="Calibri"/>
            </a:endParaRPr>
          </a:p>
        </p:txBody>
      </p:sp>
      <p:sp>
        <p:nvSpPr>
          <p:cNvPr id="92" name="Google Shape;92;p13"/>
          <p:cNvSpPr txBox="1"/>
          <p:nvPr/>
        </p:nvSpPr>
        <p:spPr>
          <a:xfrm>
            <a:off x="4747511" y="2091625"/>
            <a:ext cx="2705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323232"/>
                </a:solidFill>
                <a:latin typeface="Work Sans Light"/>
                <a:ea typeface="Work Sans Light"/>
                <a:cs typeface="Work Sans Light"/>
                <a:sym typeface="Work Sans Light"/>
              </a:rPr>
              <a:t>Private LLM Chat Bot</a:t>
            </a:r>
            <a:endParaRPr sz="1000"/>
          </a:p>
        </p:txBody>
      </p:sp>
      <p:pic>
        <p:nvPicPr>
          <p:cNvPr id="93" name="Google Shape;93;p13">
            <a:hlinkClick r:id="rId3"/>
          </p:cNvPr>
          <p:cNvPicPr preferRelativeResize="0"/>
          <p:nvPr/>
        </p:nvPicPr>
        <p:blipFill>
          <a:blip r:embed="rId4">
            <a:alphaModFix/>
          </a:blip>
          <a:stretch>
            <a:fillRect/>
          </a:stretch>
        </p:blipFill>
        <p:spPr>
          <a:xfrm>
            <a:off x="10186575" y="5497425"/>
            <a:ext cx="461700" cy="461700"/>
          </a:xfrm>
          <a:prstGeom prst="rect">
            <a:avLst/>
          </a:prstGeom>
          <a:noFill/>
          <a:ln>
            <a:noFill/>
          </a:ln>
        </p:spPr>
      </p:pic>
      <p:pic>
        <p:nvPicPr>
          <p:cNvPr id="94" name="Google Shape;94;p13"/>
          <p:cNvPicPr preferRelativeResize="0"/>
          <p:nvPr/>
        </p:nvPicPr>
        <p:blipFill>
          <a:blip r:embed="rId5">
            <a:alphaModFix/>
          </a:blip>
          <a:stretch>
            <a:fillRect/>
          </a:stretch>
        </p:blipFill>
        <p:spPr>
          <a:xfrm>
            <a:off x="4863125" y="2645916"/>
            <a:ext cx="2705100"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1" name="Google Shape;101;p14"/>
          <p:cNvSpPr txBox="1"/>
          <p:nvPr/>
        </p:nvSpPr>
        <p:spPr>
          <a:xfrm>
            <a:off x="831260" y="509047"/>
            <a:ext cx="4658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Stringer</a:t>
            </a:r>
            <a:r>
              <a:rPr lang="en-US" sz="2400">
                <a:solidFill>
                  <a:srgbClr val="323232"/>
                </a:solidFill>
                <a:latin typeface="Work Sans Light"/>
                <a:ea typeface="Work Sans Light"/>
                <a:cs typeface="Work Sans Light"/>
                <a:sym typeface="Work Sans Light"/>
              </a:rPr>
              <a:t> Overview</a:t>
            </a:r>
            <a:endParaRPr/>
          </a:p>
        </p:txBody>
      </p:sp>
      <p:sp>
        <p:nvSpPr>
          <p:cNvPr id="102" name="Google Shape;102;p14"/>
          <p:cNvSpPr txBox="1"/>
          <p:nvPr/>
        </p:nvSpPr>
        <p:spPr>
          <a:xfrm>
            <a:off x="901200" y="1215125"/>
            <a:ext cx="10939500" cy="1139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b="1" lang="en-US" sz="1700">
                <a:solidFill>
                  <a:schemeClr val="dk1"/>
                </a:solidFill>
              </a:rPr>
              <a:t>Stringer is a private LLM chatbot equipped with advanced features including LLM bot functionality, individual and group chat, voice and video calls, broadcast messaging, alerts, and notifications. It is driven by IRDR, seamlessly integrating AI to enhance interactive communication and transaction processes.</a:t>
            </a:r>
            <a:endParaRPr b="1" sz="2700">
              <a:solidFill>
                <a:srgbClr val="32323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r>
              <a:rPr lang="en-US"/>
              <a:t>fR`T</a:t>
            </a:r>
            <a:endParaRPr/>
          </a:p>
        </p:txBody>
      </p:sp>
      <p:sp>
        <p:nvSpPr>
          <p:cNvPr id="109" name="Google Shape;109;p15"/>
          <p:cNvSpPr txBox="1"/>
          <p:nvPr/>
        </p:nvSpPr>
        <p:spPr>
          <a:xfrm>
            <a:off x="831260" y="509047"/>
            <a:ext cx="4658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Objectives</a:t>
            </a:r>
            <a:endParaRPr/>
          </a:p>
        </p:txBody>
      </p:sp>
      <p:sp>
        <p:nvSpPr>
          <p:cNvPr id="110" name="Google Shape;110;p15"/>
          <p:cNvSpPr txBox="1"/>
          <p:nvPr/>
        </p:nvSpPr>
        <p:spPr>
          <a:xfrm>
            <a:off x="917852" y="1674688"/>
            <a:ext cx="10939500" cy="2586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b="1" lang="en-US" sz="2100">
                <a:solidFill>
                  <a:srgbClr val="323232"/>
                </a:solidFill>
              </a:rPr>
              <a:t>- Communication for all </a:t>
            </a:r>
            <a:r>
              <a:rPr b="1" lang="en-US" sz="2100">
                <a:solidFill>
                  <a:srgbClr val="323232"/>
                </a:solidFill>
              </a:rPr>
              <a:t>stakeholders</a:t>
            </a:r>
            <a:r>
              <a:rPr b="1" lang="en-US" sz="2100">
                <a:solidFill>
                  <a:srgbClr val="323232"/>
                </a:solidFill>
              </a:rPr>
              <a:t> of the company.</a:t>
            </a:r>
            <a:endParaRPr b="1" sz="2100">
              <a:solidFill>
                <a:srgbClr val="323232"/>
              </a:solidFill>
            </a:endParaRPr>
          </a:p>
          <a:p>
            <a:pPr indent="0" lvl="0" marL="0" rtl="0" algn="l">
              <a:spcBef>
                <a:spcPts val="0"/>
              </a:spcBef>
              <a:spcAft>
                <a:spcPts val="0"/>
              </a:spcAft>
              <a:buSzPts val="1100"/>
              <a:buNone/>
            </a:pPr>
            <a:r>
              <a:t/>
            </a:r>
            <a:endParaRPr b="1" sz="2100">
              <a:solidFill>
                <a:srgbClr val="323232"/>
              </a:solidFill>
            </a:endParaRPr>
          </a:p>
          <a:p>
            <a:pPr indent="0" lvl="0" marL="0" rtl="0" algn="l">
              <a:spcBef>
                <a:spcPts val="0"/>
              </a:spcBef>
              <a:spcAft>
                <a:spcPts val="0"/>
              </a:spcAft>
              <a:buSzPts val="1100"/>
              <a:buNone/>
            </a:pPr>
            <a:r>
              <a:rPr b="1" lang="en-US" sz="2100">
                <a:solidFill>
                  <a:srgbClr val="323232"/>
                </a:solidFill>
              </a:rPr>
              <a:t>- Knowledge sharing space for all stakeholders.</a:t>
            </a:r>
            <a:endParaRPr b="1" sz="2100">
              <a:solidFill>
                <a:srgbClr val="323232"/>
              </a:solidFill>
            </a:endParaRPr>
          </a:p>
          <a:p>
            <a:pPr indent="0" lvl="0" marL="0" rtl="0" algn="l">
              <a:spcBef>
                <a:spcPts val="0"/>
              </a:spcBef>
              <a:spcAft>
                <a:spcPts val="0"/>
              </a:spcAft>
              <a:buClr>
                <a:srgbClr val="000000"/>
              </a:buClr>
              <a:buSzPts val="1100"/>
              <a:buFont typeface="Arial"/>
              <a:buNone/>
            </a:pPr>
            <a:r>
              <a:t/>
            </a:r>
            <a:endParaRPr b="1" sz="2100">
              <a:solidFill>
                <a:srgbClr val="323232"/>
              </a:solidFill>
            </a:endParaRPr>
          </a:p>
          <a:p>
            <a:pPr indent="0" lvl="0" marL="0" rtl="0" algn="l">
              <a:spcBef>
                <a:spcPts val="0"/>
              </a:spcBef>
              <a:spcAft>
                <a:spcPts val="0"/>
              </a:spcAft>
              <a:buSzPts val="1100"/>
              <a:buNone/>
            </a:pPr>
            <a:r>
              <a:rPr b="1" lang="en-US" sz="2100">
                <a:solidFill>
                  <a:srgbClr val="323232"/>
                </a:solidFill>
              </a:rPr>
              <a:t>- Tracking space for Project managers.</a:t>
            </a:r>
            <a:endParaRPr b="1" sz="2100">
              <a:solidFill>
                <a:srgbClr val="323232"/>
              </a:solidFill>
            </a:endParaRPr>
          </a:p>
          <a:p>
            <a:pPr indent="0" lvl="0" marL="0" rtl="0" algn="l">
              <a:spcBef>
                <a:spcPts val="0"/>
              </a:spcBef>
              <a:spcAft>
                <a:spcPts val="0"/>
              </a:spcAft>
              <a:buSzPts val="1100"/>
              <a:buNone/>
            </a:pPr>
            <a:r>
              <a:t/>
            </a:r>
            <a:endParaRPr b="1" sz="2100">
              <a:solidFill>
                <a:srgbClr val="323232"/>
              </a:solidFill>
            </a:endParaRPr>
          </a:p>
          <a:p>
            <a:pPr indent="0" lvl="0" marL="0" rtl="0" algn="l">
              <a:spcBef>
                <a:spcPts val="0"/>
              </a:spcBef>
              <a:spcAft>
                <a:spcPts val="0"/>
              </a:spcAft>
              <a:buSzPts val="1100"/>
              <a:buNone/>
            </a:pPr>
            <a:r>
              <a:rPr b="1" lang="en-US" sz="2100">
                <a:solidFill>
                  <a:srgbClr val="323232"/>
                </a:solidFill>
              </a:rPr>
              <a:t>- Sprint planning for developers</a:t>
            </a:r>
            <a:endParaRPr b="1" sz="2100">
              <a:solidFill>
                <a:srgbClr val="323232"/>
              </a:solidFill>
            </a:endParaRPr>
          </a:p>
          <a:p>
            <a:pPr indent="0" lvl="0" marL="0" rtl="0" algn="l">
              <a:spcBef>
                <a:spcPts val="0"/>
              </a:spcBef>
              <a:spcAft>
                <a:spcPts val="0"/>
              </a:spcAft>
              <a:buSzPts val="1100"/>
              <a:buNone/>
            </a:pPr>
            <a:r>
              <a:t/>
            </a:r>
            <a:endParaRPr b="1" sz="1500">
              <a:solidFill>
                <a:srgbClr val="32323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cxnSp>
        <p:nvCxnSpPr>
          <p:cNvPr id="115" name="Google Shape;115;p16"/>
          <p:cNvCxnSpPr/>
          <p:nvPr/>
        </p:nvCxnSpPr>
        <p:spPr>
          <a:xfrm>
            <a:off x="515938" y="6534520"/>
            <a:ext cx="11168100" cy="0"/>
          </a:xfrm>
          <a:prstGeom prst="straightConnector1">
            <a:avLst/>
          </a:prstGeom>
          <a:noFill/>
          <a:ln cap="flat" cmpd="sng" w="9525">
            <a:solidFill>
              <a:srgbClr val="AEABAB"/>
            </a:solidFill>
            <a:prstDash val="solid"/>
            <a:miter lim="800000"/>
            <a:headEnd len="sm" w="sm" type="none"/>
            <a:tailEnd len="sm" w="sm" type="none"/>
          </a:ln>
        </p:spPr>
      </p:cxnSp>
      <p:sp>
        <p:nvSpPr>
          <p:cNvPr id="116" name="Google Shape;116;p16"/>
          <p:cNvSpPr txBox="1"/>
          <p:nvPr/>
        </p:nvSpPr>
        <p:spPr>
          <a:xfrm>
            <a:off x="831260" y="509047"/>
            <a:ext cx="4658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Target Audience</a:t>
            </a:r>
            <a:endParaRPr/>
          </a:p>
        </p:txBody>
      </p:sp>
      <p:sp>
        <p:nvSpPr>
          <p:cNvPr id="117" name="Google Shape;117;p16"/>
          <p:cNvSpPr txBox="1"/>
          <p:nvPr/>
        </p:nvSpPr>
        <p:spPr>
          <a:xfrm>
            <a:off x="917851" y="1674700"/>
            <a:ext cx="3376800" cy="235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b="1" lang="en-US" sz="2100">
                <a:solidFill>
                  <a:srgbClr val="323232"/>
                </a:solidFill>
              </a:rPr>
              <a:t>- Software Developers</a:t>
            </a:r>
            <a:endParaRPr b="1" sz="2100">
              <a:solidFill>
                <a:srgbClr val="323232"/>
              </a:solidFill>
            </a:endParaRPr>
          </a:p>
          <a:p>
            <a:pPr indent="0" lvl="0" marL="0" rtl="0" algn="l">
              <a:spcBef>
                <a:spcPts val="0"/>
              </a:spcBef>
              <a:spcAft>
                <a:spcPts val="0"/>
              </a:spcAft>
              <a:buSzPts val="1100"/>
              <a:buNone/>
            </a:pPr>
            <a:r>
              <a:t/>
            </a:r>
            <a:endParaRPr b="1" sz="2100">
              <a:solidFill>
                <a:srgbClr val="323232"/>
              </a:solidFill>
            </a:endParaRPr>
          </a:p>
          <a:p>
            <a:pPr indent="0" lvl="0" marL="0" rtl="0" algn="l">
              <a:spcBef>
                <a:spcPts val="0"/>
              </a:spcBef>
              <a:spcAft>
                <a:spcPts val="0"/>
              </a:spcAft>
              <a:buSzPts val="1100"/>
              <a:buNone/>
            </a:pPr>
            <a:r>
              <a:rPr b="1" lang="en-US" sz="2100">
                <a:solidFill>
                  <a:srgbClr val="323232"/>
                </a:solidFill>
              </a:rPr>
              <a:t>- Content writers</a:t>
            </a:r>
            <a:endParaRPr b="1" sz="2100">
              <a:solidFill>
                <a:srgbClr val="323232"/>
              </a:solidFill>
            </a:endParaRPr>
          </a:p>
          <a:p>
            <a:pPr indent="0" lvl="0" marL="0" rtl="0" algn="l">
              <a:spcBef>
                <a:spcPts val="0"/>
              </a:spcBef>
              <a:spcAft>
                <a:spcPts val="0"/>
              </a:spcAft>
              <a:buClr>
                <a:schemeClr val="dk1"/>
              </a:buClr>
              <a:buSzPts val="1100"/>
              <a:buFont typeface="Arial"/>
              <a:buNone/>
            </a:pPr>
            <a:r>
              <a:t/>
            </a:r>
            <a:endParaRPr b="1" sz="2100">
              <a:solidFill>
                <a:srgbClr val="323232"/>
              </a:solidFill>
            </a:endParaRPr>
          </a:p>
          <a:p>
            <a:pPr indent="0" lvl="0" marL="0" rtl="0" algn="l">
              <a:spcBef>
                <a:spcPts val="0"/>
              </a:spcBef>
              <a:spcAft>
                <a:spcPts val="0"/>
              </a:spcAft>
              <a:buSzPts val="1100"/>
              <a:buNone/>
            </a:pPr>
            <a:r>
              <a:rPr b="1" lang="en-US" sz="2100">
                <a:solidFill>
                  <a:srgbClr val="323232"/>
                </a:solidFill>
              </a:rPr>
              <a:t>- Product Managers</a:t>
            </a:r>
            <a:endParaRPr b="1" sz="2100">
              <a:solidFill>
                <a:srgbClr val="323232"/>
              </a:solidFill>
            </a:endParaRPr>
          </a:p>
          <a:p>
            <a:pPr indent="0" lvl="0" marL="0" rtl="0" algn="l">
              <a:spcBef>
                <a:spcPts val="0"/>
              </a:spcBef>
              <a:spcAft>
                <a:spcPts val="0"/>
              </a:spcAft>
              <a:buSzPts val="1100"/>
              <a:buNone/>
            </a:pPr>
            <a:r>
              <a:t/>
            </a:r>
            <a:endParaRPr b="1" sz="2100">
              <a:solidFill>
                <a:srgbClr val="323232"/>
              </a:solidFill>
            </a:endParaRPr>
          </a:p>
          <a:p>
            <a:pPr indent="0" lvl="0" marL="0" rtl="0" algn="l">
              <a:spcBef>
                <a:spcPts val="0"/>
              </a:spcBef>
              <a:spcAft>
                <a:spcPts val="0"/>
              </a:spcAft>
              <a:buNone/>
            </a:pPr>
            <a:r>
              <a:rPr b="1" lang="en-US" sz="2100">
                <a:solidFill>
                  <a:srgbClr val="323232"/>
                </a:solidFill>
              </a:rPr>
              <a:t>- </a:t>
            </a:r>
            <a:r>
              <a:rPr b="1" lang="en-US" sz="2100">
                <a:solidFill>
                  <a:srgbClr val="323232"/>
                </a:solidFill>
              </a:rPr>
              <a:t>Project Managers</a:t>
            </a:r>
            <a:endParaRPr b="1" sz="2100">
              <a:solidFill>
                <a:srgbClr val="32323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24" name="Google Shape;124;p17"/>
          <p:cNvSpPr txBox="1"/>
          <p:nvPr/>
        </p:nvSpPr>
        <p:spPr>
          <a:xfrm>
            <a:off x="1145003" y="444350"/>
            <a:ext cx="87093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Following are the screenshots of executed output.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31" name="Google Shape;131;p18"/>
          <p:cNvPicPr preferRelativeResize="0"/>
          <p:nvPr/>
        </p:nvPicPr>
        <p:blipFill>
          <a:blip r:embed="rId3">
            <a:alphaModFix/>
          </a:blip>
          <a:stretch>
            <a:fillRect/>
          </a:stretch>
        </p:blipFill>
        <p:spPr>
          <a:xfrm>
            <a:off x="1364925" y="732175"/>
            <a:ext cx="9801324" cy="6125824"/>
          </a:xfrm>
          <a:prstGeom prst="rect">
            <a:avLst/>
          </a:prstGeom>
          <a:noFill/>
          <a:ln>
            <a:noFill/>
          </a:ln>
        </p:spPr>
      </p:pic>
      <p:sp>
        <p:nvSpPr>
          <p:cNvPr id="132" name="Google Shape;132;p18"/>
          <p:cNvSpPr txBox="1"/>
          <p:nvPr/>
        </p:nvSpPr>
        <p:spPr>
          <a:xfrm>
            <a:off x="814603" y="270475"/>
            <a:ext cx="3380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Individual/Group Chat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39" name="Google Shape;139;p19"/>
          <p:cNvPicPr preferRelativeResize="0"/>
          <p:nvPr/>
        </p:nvPicPr>
        <p:blipFill>
          <a:blip r:embed="rId3">
            <a:alphaModFix/>
          </a:blip>
          <a:stretch>
            <a:fillRect/>
          </a:stretch>
        </p:blipFill>
        <p:spPr>
          <a:xfrm>
            <a:off x="1287020" y="732175"/>
            <a:ext cx="9801283" cy="6125824"/>
          </a:xfrm>
          <a:prstGeom prst="rect">
            <a:avLst/>
          </a:prstGeom>
          <a:noFill/>
          <a:ln>
            <a:noFill/>
          </a:ln>
        </p:spPr>
      </p:pic>
      <p:sp>
        <p:nvSpPr>
          <p:cNvPr id="140" name="Google Shape;140;p19"/>
          <p:cNvSpPr txBox="1"/>
          <p:nvPr/>
        </p:nvSpPr>
        <p:spPr>
          <a:xfrm>
            <a:off x="814603" y="270475"/>
            <a:ext cx="3380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Private LLM Chat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47" name="Google Shape;147;p20"/>
          <p:cNvPicPr preferRelativeResize="0"/>
          <p:nvPr/>
        </p:nvPicPr>
        <p:blipFill>
          <a:blip r:embed="rId3">
            <a:alphaModFix/>
          </a:blip>
          <a:stretch>
            <a:fillRect/>
          </a:stretch>
        </p:blipFill>
        <p:spPr>
          <a:xfrm>
            <a:off x="1281725" y="659350"/>
            <a:ext cx="9917824" cy="6198650"/>
          </a:xfrm>
          <a:prstGeom prst="rect">
            <a:avLst/>
          </a:prstGeom>
          <a:noFill/>
          <a:ln>
            <a:noFill/>
          </a:ln>
        </p:spPr>
      </p:pic>
      <p:sp>
        <p:nvSpPr>
          <p:cNvPr id="148" name="Google Shape;148;p20"/>
          <p:cNvSpPr txBox="1"/>
          <p:nvPr/>
        </p:nvSpPr>
        <p:spPr>
          <a:xfrm>
            <a:off x="814603" y="270475"/>
            <a:ext cx="3380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Creating Group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55" name="Google Shape;155;p21"/>
          <p:cNvPicPr preferRelativeResize="0"/>
          <p:nvPr/>
        </p:nvPicPr>
        <p:blipFill>
          <a:blip r:embed="rId3">
            <a:alphaModFix/>
          </a:blip>
          <a:stretch>
            <a:fillRect/>
          </a:stretch>
        </p:blipFill>
        <p:spPr>
          <a:xfrm>
            <a:off x="1552465" y="732175"/>
            <a:ext cx="9801334" cy="6125824"/>
          </a:xfrm>
          <a:prstGeom prst="rect">
            <a:avLst/>
          </a:prstGeom>
          <a:noFill/>
          <a:ln>
            <a:noFill/>
          </a:ln>
        </p:spPr>
      </p:pic>
      <p:sp>
        <p:nvSpPr>
          <p:cNvPr id="156" name="Google Shape;156;p21"/>
          <p:cNvSpPr txBox="1"/>
          <p:nvPr/>
        </p:nvSpPr>
        <p:spPr>
          <a:xfrm>
            <a:off x="814603" y="270475"/>
            <a:ext cx="3380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Notifications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63" name="Google Shape;163;p22"/>
          <p:cNvPicPr preferRelativeResize="0"/>
          <p:nvPr/>
        </p:nvPicPr>
        <p:blipFill>
          <a:blip r:embed="rId3">
            <a:alphaModFix/>
          </a:blip>
          <a:stretch>
            <a:fillRect/>
          </a:stretch>
        </p:blipFill>
        <p:spPr>
          <a:xfrm>
            <a:off x="1781085" y="732175"/>
            <a:ext cx="9801313" cy="6125824"/>
          </a:xfrm>
          <a:prstGeom prst="rect">
            <a:avLst/>
          </a:prstGeom>
          <a:noFill/>
          <a:ln>
            <a:noFill/>
          </a:ln>
        </p:spPr>
      </p:pic>
      <p:sp>
        <p:nvSpPr>
          <p:cNvPr id="164" name="Google Shape;164;p22"/>
          <p:cNvSpPr txBox="1"/>
          <p:nvPr/>
        </p:nvSpPr>
        <p:spPr>
          <a:xfrm>
            <a:off x="814603" y="270475"/>
            <a:ext cx="3380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Feedback System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71" name="Google Shape;171;p23"/>
          <p:cNvPicPr preferRelativeResize="0"/>
          <p:nvPr/>
        </p:nvPicPr>
        <p:blipFill>
          <a:blip r:embed="rId3">
            <a:alphaModFix/>
          </a:blip>
          <a:stretch>
            <a:fillRect/>
          </a:stretch>
        </p:blipFill>
        <p:spPr>
          <a:xfrm>
            <a:off x="1398250" y="732175"/>
            <a:ext cx="9834598" cy="6146624"/>
          </a:xfrm>
          <a:prstGeom prst="rect">
            <a:avLst/>
          </a:prstGeom>
          <a:noFill/>
          <a:ln>
            <a:noFill/>
          </a:ln>
        </p:spPr>
      </p:pic>
      <p:sp>
        <p:nvSpPr>
          <p:cNvPr id="172" name="Google Shape;172;p23"/>
          <p:cNvSpPr txBox="1"/>
          <p:nvPr/>
        </p:nvSpPr>
        <p:spPr>
          <a:xfrm>
            <a:off x="814603" y="270475"/>
            <a:ext cx="3380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File Sharing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idx="12" type="sldNum"/>
          </p:nvPr>
        </p:nvSpPr>
        <p:spPr>
          <a:xfrm>
            <a:off x="8610600" y="654519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9" name="Google Shape;179;p24"/>
          <p:cNvSpPr txBox="1"/>
          <p:nvPr/>
        </p:nvSpPr>
        <p:spPr>
          <a:xfrm>
            <a:off x="827781" y="573800"/>
            <a:ext cx="16539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23232"/>
                </a:solidFill>
                <a:latin typeface="Work Sans Light"/>
                <a:ea typeface="Work Sans Light"/>
                <a:cs typeface="Work Sans Light"/>
                <a:sym typeface="Work Sans Light"/>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Brane">
      <a:dk1>
        <a:srgbClr val="000000"/>
      </a:dk1>
      <a:lt1>
        <a:srgbClr val="FFFFFF"/>
      </a:lt1>
      <a:dk2>
        <a:srgbClr val="44546A"/>
      </a:dk2>
      <a:lt2>
        <a:srgbClr val="E7E6E6"/>
      </a:lt2>
      <a:accent1>
        <a:srgbClr val="35008B"/>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