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Work Sans Light"/>
      <p:regular r:id="rId16"/>
      <p:bold r:id="rId17"/>
      <p:italic r:id="rId18"/>
      <p:boldItalic r:id="rId19"/>
    </p:embeddedFont>
    <p:embeddedFont>
      <p:font typeface="Work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regular.fntdata"/><Relationship Id="rId11" Type="http://schemas.openxmlformats.org/officeDocument/2006/relationships/slide" Target="slides/slide7.xml"/><Relationship Id="rId22" Type="http://schemas.openxmlformats.org/officeDocument/2006/relationships/font" Target="fonts/WorkSans-italic.fntdata"/><Relationship Id="rId10" Type="http://schemas.openxmlformats.org/officeDocument/2006/relationships/slide" Target="slides/slide6.xml"/><Relationship Id="rId21" Type="http://schemas.openxmlformats.org/officeDocument/2006/relationships/font" Target="fonts/Work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Work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WorkSansLight-bold.fntdata"/><Relationship Id="rId16" Type="http://schemas.openxmlformats.org/officeDocument/2006/relationships/font" Target="fonts/WorkSansLight-regular.fntdata"/><Relationship Id="rId5" Type="http://schemas.openxmlformats.org/officeDocument/2006/relationships/slide" Target="slides/slide1.xml"/><Relationship Id="rId19" Type="http://schemas.openxmlformats.org/officeDocument/2006/relationships/font" Target="fonts/WorkSansLight-boldItalic.fntdata"/><Relationship Id="rId6" Type="http://schemas.openxmlformats.org/officeDocument/2006/relationships/slide" Target="slides/slide2.xml"/><Relationship Id="rId18" Type="http://schemas.openxmlformats.org/officeDocument/2006/relationships/font" Target="fonts/WorkSans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4baa9692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74baa9692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274baa9692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4baa9692e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4baa9692e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274baa9692e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4baa9692e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274baa9692e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4baa9692e_0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4baa9692e_0_2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274baa9692e_0_2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4baa9692e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74baa9692e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274baa9692e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74baa9692e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74baa9692e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74baa9692e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4baa9692e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4baa9692e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274baa9692e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74baa9692e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74baa9692e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274baa9692e_0_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4baa9692e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4baa9692e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74baa9692e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4baa9692e_0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74baa9692e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274baa9692e_0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iCE101DQ7WrY07M0PUu_EENXr-FpK_cA-oX9nKSsRpQ/edit#slide=id.p2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docs.google.com/presentation/d/1sWywzv7AGoC_rf08eY5UX3Kms8Vjj57SosAiTPAAzEQ/edit?usp=sharing" TargetMode="External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3"/>
          <p:cNvCxnSpPr/>
          <p:nvPr/>
        </p:nvCxnSpPr>
        <p:spPr>
          <a:xfrm>
            <a:off x="515938" y="6534520"/>
            <a:ext cx="11168241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" name="Google Shape;89;p13"/>
          <p:cNvSpPr txBox="1"/>
          <p:nvPr/>
        </p:nvSpPr>
        <p:spPr>
          <a:xfrm>
            <a:off x="1159085" y="872747"/>
            <a:ext cx="46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0" name="Google Shape;90;p13"/>
          <p:cNvSpPr txBox="1"/>
          <p:nvPr/>
        </p:nvSpPr>
        <p:spPr>
          <a:xfrm>
            <a:off x="1314960" y="411047"/>
            <a:ext cx="4658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My work</a:t>
            </a:r>
            <a:endParaRPr sz="2400">
              <a:solidFill>
                <a:srgbClr val="32323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for </a:t>
            </a:r>
            <a:r>
              <a:rPr b="1" lang="en-US" sz="2400">
                <a:solidFill>
                  <a:srgbClr val="323232"/>
                </a:solidFill>
                <a:latin typeface="Work Sans"/>
                <a:ea typeface="Work Sans"/>
                <a:cs typeface="Work Sans"/>
                <a:sym typeface="Work Sans"/>
              </a:rPr>
              <a:t>BRANE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150675" y="5959125"/>
            <a:ext cx="25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 to Primary Portfolio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99" l="0" r="0" t="199"/>
          <a:stretch/>
        </p:blipFill>
        <p:spPr>
          <a:xfrm>
            <a:off x="5276553" y="1792597"/>
            <a:ext cx="3646549" cy="27402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5124152" y="1286475"/>
            <a:ext cx="148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Notepad</a:t>
            </a:r>
            <a:endParaRPr sz="1000"/>
          </a:p>
        </p:txBody>
      </p:sp>
      <p:pic>
        <p:nvPicPr>
          <p:cNvPr id="94" name="Google Shape;94;p1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86575" y="5497425"/>
            <a:ext cx="4617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1260" y="509047"/>
            <a:ext cx="46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Notepad</a:t>
            </a: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Overview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1200" y="1215125"/>
            <a:ext cx="10939500" cy="5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</a:rPr>
              <a:t>Notepad is a collaborative workspace platform which is stand alone and scalable. It is designed to help teams work together more efficiently by providing a space for documentation, project management, and knowledge sharing. Here are some of its key features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</a:rPr>
              <a:t>Rich Multi UI Control Editing:</a:t>
            </a:r>
            <a:r>
              <a:rPr lang="en-US" sz="1700">
                <a:solidFill>
                  <a:schemeClr val="dk1"/>
                </a:solidFill>
              </a:rPr>
              <a:t> Offers a user-friendly editor with features like text formatting, tables, and media embedding.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</a:rPr>
              <a:t>Assistant</a:t>
            </a:r>
            <a:r>
              <a:rPr lang="en-US" sz="1700">
                <a:solidFill>
                  <a:schemeClr val="dk1"/>
                </a:solidFill>
              </a:rPr>
              <a:t>: Assist and guide users at runtime.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</a:rPr>
              <a:t>Version Control:</a:t>
            </a:r>
            <a:r>
              <a:rPr lang="en-US" sz="1700">
                <a:solidFill>
                  <a:schemeClr val="dk1"/>
                </a:solidFill>
              </a:rPr>
              <a:t> Keeps track of changes with version history, allowing users to view and revert to previous versions of a page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</a:rPr>
              <a:t>Real-time Editing</a:t>
            </a:r>
            <a:r>
              <a:rPr lang="en-US" sz="1700">
                <a:solidFill>
                  <a:schemeClr val="dk1"/>
                </a:solidFill>
              </a:rPr>
              <a:t>: Multiple users can edit pages simultaneously.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</a:rPr>
              <a:t>Comments and Mentions</a:t>
            </a:r>
            <a:r>
              <a:rPr lang="en-US" sz="1700">
                <a:solidFill>
                  <a:schemeClr val="dk1"/>
                </a:solidFill>
              </a:rPr>
              <a:t>: Users can leave comments, mention team members, and have discussions directly on pages.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</a:rPr>
              <a:t>Change Notifications</a:t>
            </a:r>
            <a:r>
              <a:rPr lang="en-US" sz="1700">
                <a:solidFill>
                  <a:schemeClr val="dk1"/>
                </a:solidFill>
              </a:rPr>
              <a:t>: Receive notifications for page changes and updates.</a:t>
            </a:r>
            <a:endParaRPr b="1" sz="270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31260" y="509047"/>
            <a:ext cx="46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Challenges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17852" y="1674688"/>
            <a:ext cx="10939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Collaboration space for Developers, Project managers and Product designers.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Knowledge sharing space for all stakeholders.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Tracking space for Project managers.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Sprint planning for developers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16"/>
          <p:cNvCxnSpPr/>
          <p:nvPr/>
        </p:nvCxnSpPr>
        <p:spPr>
          <a:xfrm>
            <a:off x="515938" y="6534520"/>
            <a:ext cx="111681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16"/>
          <p:cNvSpPr txBox="1"/>
          <p:nvPr/>
        </p:nvSpPr>
        <p:spPr>
          <a:xfrm>
            <a:off x="831260" y="509047"/>
            <a:ext cx="46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Target Audience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17851" y="1674700"/>
            <a:ext cx="33768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Software Developers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Content writers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Product Managers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23232"/>
                </a:solidFill>
              </a:rPr>
              <a:t>- </a:t>
            </a:r>
            <a:r>
              <a:rPr b="1" lang="en-US" sz="2100">
                <a:solidFill>
                  <a:srgbClr val="323232"/>
                </a:solidFill>
              </a:rPr>
              <a:t>Project Managers</a:t>
            </a:r>
            <a:endParaRPr b="1" sz="210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145003" y="444350"/>
            <a:ext cx="87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Following are the screenshots of executed output.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8200"/>
            <a:ext cx="12192000" cy="53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0562"/>
            <a:ext cx="12192002" cy="5330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6964"/>
            <a:ext cx="12192002" cy="532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1500"/>
            <a:ext cx="12192000" cy="53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/>
          <p:nvPr/>
        </p:nvSpPr>
        <p:spPr>
          <a:xfrm>
            <a:off x="116525" y="1015375"/>
            <a:ext cx="7773300" cy="431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1845"/>
            <a:ext cx="12192001" cy="534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/>
          <p:nvPr/>
        </p:nvSpPr>
        <p:spPr>
          <a:xfrm>
            <a:off x="116525" y="1015375"/>
            <a:ext cx="7773300" cy="431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827781" y="573800"/>
            <a:ext cx="16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ran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500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